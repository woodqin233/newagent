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内容右多文_6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8" hasCustomPrompt="1"/>
            <p:custDataLst>
              <p:tags r:id="rId3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3835400 w 4038600"/>
              <a:gd name="connsiteY2" fmla="*/ 0 h 4724400"/>
              <a:gd name="connisteX3" fmla="*/ 4038600 w 4038600"/>
              <a:gd name="connsiteY3" fmla="*/ 203200 h 4724400"/>
              <a:gd name="connisteX4" fmla="*/ 4038600 w 4038600"/>
              <a:gd name="connsiteY4" fmla="*/ 4521200 h 4724400"/>
              <a:gd name="connisteX5" fmla="*/ 3835400 w 4038600"/>
              <a:gd name="connsiteY5" fmla="*/ 4724400 h 4724400"/>
              <a:gd name="connisteX6" fmla="*/ 203200 w 4038600"/>
              <a:gd name="connsiteY6" fmla="*/ 4724400 h 4724400"/>
              <a:gd name="connisteX7" fmla="*/ 0 w 4038600"/>
              <a:gd name="connsiteY7" fmla="*/ 4521200 h 4724400"/>
              <a:gd name="connisteX8" fmla="*/ 0 w 40386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51054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51054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74168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74168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9728200" y="157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9728200" y="213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51054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 hasCustomPrompt="1"/>
            <p:custDataLst>
              <p:tags r:id="rId11"/>
            </p:custDataLst>
          </p:nvPr>
        </p:nvSpPr>
        <p:spPr>
          <a:xfrm>
            <a:off x="51054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74168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74168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9728200" y="4114800"/>
            <a:ext cx="185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7" hasCustomPrompt="1"/>
            <p:custDataLst>
              <p:tags r:id="rId15"/>
            </p:custDataLst>
          </p:nvPr>
        </p:nvSpPr>
        <p:spPr>
          <a:xfrm>
            <a:off x="9728200" y="4673600"/>
            <a:ext cx="185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段文本_1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1219200" y="2590800"/>
            <a:ext cx="9753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1219200" y="3352800"/>
            <a:ext cx="9753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27dece31df45a78e0c1d04acc382839d5c7f472"/>
  <p:tag name="KSO_WM_NEWLAYOUT_ID" val="slide_b270196a99481918"/>
</p:tagLst>
</file>

<file path=ppt/tags/tag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a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6_1"/>
  <p:tag name="KSO_WM_UNIT_TYPE" val="l_h_f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1525c5d7b35515ba1cbd9e9826071bb902808a8"/>
  <p:tag name="KSO_WM_NEWLAYOUT_ID" val="slide_0e3763c640ea4c61"/>
</p:tagLst>
</file>

<file path=ppt/tags/tag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Arial</vt:lpstr>
      <vt:lpstr>宋体</vt:lpstr>
      <vt:lpstr>Wingdings</vt:lpstr>
      <vt:lpstr>Calibri</vt:lpstr>
      <vt:lpstr>微软雅黑</vt:lpstr>
      <vt:lpstr>Arial Unicode MS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高延『榛』</cp:lastModifiedBy>
  <cp:revision>7</cp:revision>
  <dcterms:created xsi:type="dcterms:W3CDTF">2023-08-09T12:44:00Z</dcterms:created>
  <dcterms:modified xsi:type="dcterms:W3CDTF">2026-06-07T03:07:47Z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2331EE840E034341B06590426899973C_12</vt:lpwstr>
  </property>
</Properties>
</file>